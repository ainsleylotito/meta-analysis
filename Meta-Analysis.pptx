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7_0.xml" ContentType="application/vnd.ms-powerpoint.comments+xml"/>
  <Override PartName="/ppt/comments/modernComment_109_0.xml" ContentType="application/vnd.ms-powerpoint.comment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83" r:id="rId7"/>
    <p:sldId id="261" r:id="rId8"/>
    <p:sldId id="285" r:id="rId9"/>
    <p:sldId id="262" r:id="rId10"/>
    <p:sldId id="284" r:id="rId11"/>
    <p:sldId id="263" r:id="rId12"/>
    <p:sldId id="264" r:id="rId13"/>
    <p:sldId id="265" r:id="rId14"/>
    <p:sldId id="266" r:id="rId15"/>
    <p:sldId id="267" r:id="rId16"/>
    <p:sldId id="286" r:id="rId17"/>
    <p:sldId id="273" r:id="rId18"/>
    <p:sldId id="287" r:id="rId19"/>
    <p:sldId id="290" r:id="rId20"/>
    <p:sldId id="268" r:id="rId21"/>
    <p:sldId id="269" r:id="rId22"/>
    <p:sldId id="270" r:id="rId23"/>
    <p:sldId id="271" r:id="rId24"/>
    <p:sldId id="272" r:id="rId25"/>
    <p:sldId id="274" r:id="rId26"/>
    <p:sldId id="275" r:id="rId27"/>
    <p:sldId id="289" r:id="rId28"/>
    <p:sldId id="288" r:id="rId29"/>
    <p:sldId id="276" r:id="rId30"/>
    <p:sldId id="277" r:id="rId31"/>
    <p:sldId id="278" r:id="rId32"/>
    <p:sldId id="292" r:id="rId33"/>
    <p:sldId id="291" r:id="rId34"/>
    <p:sldId id="279" r:id="rId35"/>
    <p:sldId id="280" r:id="rId36"/>
    <p:sldId id="282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E7FC258-001E-4BF4-C571-3FE3B5EDB64E}" name="Ainsley Lotito" initials="AL" userId="S::ainsley.lotito@insightrisk.com::d8e9b96d-0883-4910-b555-6afaab8244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D8F246-15CE-4811-98B5-7EC39179163B}" v="10" dt="2026-06-16T12:33:12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0" autoAdjust="0"/>
    <p:restoredTop sz="94044" autoAdjust="0"/>
  </p:normalViewPr>
  <p:slideViewPr>
    <p:cSldViewPr snapToGrid="0" snapToObjects="1">
      <p:cViewPr varScale="1">
        <p:scale>
          <a:sx n="118" d="100"/>
          <a:sy n="118" d="100"/>
        </p:scale>
        <p:origin x="592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Riordan" userId="0a1bdd61-f3a1-4c2c-8fde-070ca3e60d5f" providerId="ADAL" clId="{F62AC466-E99D-4292-8FD2-65702DF89AE4}"/>
    <pc:docChg chg="undo custSel addSld delSld modSld sldOrd">
      <pc:chgData name="Alex Riordan" userId="0a1bdd61-f3a1-4c2c-8fde-070ca3e60d5f" providerId="ADAL" clId="{F62AC466-E99D-4292-8FD2-65702DF89AE4}" dt="2026-06-16T12:37:05.167" v="342" actId="47"/>
      <pc:docMkLst>
        <pc:docMk/>
      </pc:docMkLst>
      <pc:sldChg chg="addSp delSp modSp mod">
        <pc:chgData name="Alex Riordan" userId="0a1bdd61-f3a1-4c2c-8fde-070ca3e60d5f" providerId="ADAL" clId="{F62AC466-E99D-4292-8FD2-65702DF89AE4}" dt="2026-06-16T11:34:21.453" v="93" actId="1076"/>
        <pc:sldMkLst>
          <pc:docMk/>
          <pc:sldMk cId="0" sldId="258"/>
        </pc:sldMkLst>
        <pc:spChg chg="mod">
          <ac:chgData name="Alex Riordan" userId="0a1bdd61-f3a1-4c2c-8fde-070ca3e60d5f" providerId="ADAL" clId="{F62AC466-E99D-4292-8FD2-65702DF89AE4}" dt="2026-06-16T11:31:45.860" v="81" actId="2763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Alex Riordan" userId="0a1bdd61-f3a1-4c2c-8fde-070ca3e60d5f" providerId="ADAL" clId="{F62AC466-E99D-4292-8FD2-65702DF89AE4}" dt="2026-06-16T11:32:40.645" v="84" actId="22"/>
          <ac:spMkLst>
            <pc:docMk/>
            <pc:sldMk cId="0" sldId="258"/>
            <ac:spMk id="5" creationId="{D1A72C97-FDC8-D271-AB41-FB2920F2A7AD}"/>
          </ac:spMkLst>
        </pc:spChg>
        <pc:spChg chg="add del">
          <ac:chgData name="Alex Riordan" userId="0a1bdd61-f3a1-4c2c-8fde-070ca3e60d5f" providerId="ADAL" clId="{F62AC466-E99D-4292-8FD2-65702DF89AE4}" dt="2026-06-16T11:32:47.728" v="87" actId="22"/>
          <ac:spMkLst>
            <pc:docMk/>
            <pc:sldMk cId="0" sldId="258"/>
            <ac:spMk id="7" creationId="{986CE478-2A30-6F4D-2A2D-E4258528708B}"/>
          </ac:spMkLst>
        </pc:spChg>
        <pc:picChg chg="add mod">
          <ac:chgData name="Alex Riordan" userId="0a1bdd61-f3a1-4c2c-8fde-070ca3e60d5f" providerId="ADAL" clId="{F62AC466-E99D-4292-8FD2-65702DF89AE4}" dt="2026-06-16T11:34:21.453" v="93" actId="1076"/>
          <ac:picMkLst>
            <pc:docMk/>
            <pc:sldMk cId="0" sldId="258"/>
            <ac:picMk id="9" creationId="{373BA7DB-D1AD-FE1D-29DD-E9193C0C65AE}"/>
          </ac:picMkLst>
        </pc:picChg>
      </pc:sldChg>
      <pc:sldChg chg="addSp delSp modSp mod">
        <pc:chgData name="Alex Riordan" userId="0a1bdd61-f3a1-4c2c-8fde-070ca3e60d5f" providerId="ADAL" clId="{F62AC466-E99D-4292-8FD2-65702DF89AE4}" dt="2026-06-16T11:40:14.752" v="155" actId="21"/>
        <pc:sldMkLst>
          <pc:docMk/>
          <pc:sldMk cId="0" sldId="259"/>
        </pc:sldMkLst>
        <pc:spChg chg="mod">
          <ac:chgData name="Alex Riordan" userId="0a1bdd61-f3a1-4c2c-8fde-070ca3e60d5f" providerId="ADAL" clId="{F62AC466-E99D-4292-8FD2-65702DF89AE4}" dt="2026-06-16T11:39:31.097" v="150" actId="20577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Alex Riordan" userId="0a1bdd61-f3a1-4c2c-8fde-070ca3e60d5f" providerId="ADAL" clId="{F62AC466-E99D-4292-8FD2-65702DF89AE4}" dt="2026-06-16T11:36:42.483" v="102" actId="22"/>
          <ac:spMkLst>
            <pc:docMk/>
            <pc:sldMk cId="0" sldId="259"/>
            <ac:spMk id="5" creationId="{83026755-6EEC-A548-2B4B-7D51AAFDB1B2}"/>
          </ac:spMkLst>
        </pc:spChg>
        <pc:picChg chg="add del mod">
          <ac:chgData name="Alex Riordan" userId="0a1bdd61-f3a1-4c2c-8fde-070ca3e60d5f" providerId="ADAL" clId="{F62AC466-E99D-4292-8FD2-65702DF89AE4}" dt="2026-06-16T11:40:14.752" v="155" actId="21"/>
          <ac:picMkLst>
            <pc:docMk/>
            <pc:sldMk cId="0" sldId="259"/>
            <ac:picMk id="7" creationId="{0227D496-153F-1C23-1E43-588B68A68E61}"/>
          </ac:picMkLst>
        </pc:picChg>
      </pc:sldChg>
      <pc:sldChg chg="addSp modSp mod">
        <pc:chgData name="Alex Riordan" userId="0a1bdd61-f3a1-4c2c-8fde-070ca3e60d5f" providerId="ADAL" clId="{F62AC466-E99D-4292-8FD2-65702DF89AE4}" dt="2026-06-16T11:40:07.852" v="154" actId="1076"/>
        <pc:sldMkLst>
          <pc:docMk/>
          <pc:sldMk cId="0" sldId="260"/>
        </pc:sldMkLst>
        <pc:spChg chg="mod">
          <ac:chgData name="Alex Riordan" userId="0a1bdd61-f3a1-4c2c-8fde-070ca3e60d5f" providerId="ADAL" clId="{F62AC466-E99D-4292-8FD2-65702DF89AE4}" dt="2026-06-16T11:40:01.093" v="151" actId="14100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Alex Riordan" userId="0a1bdd61-f3a1-4c2c-8fde-070ca3e60d5f" providerId="ADAL" clId="{F62AC466-E99D-4292-8FD2-65702DF89AE4}" dt="2026-06-16T11:40:07.852" v="154" actId="1076"/>
          <ac:picMkLst>
            <pc:docMk/>
            <pc:sldMk cId="0" sldId="260"/>
            <ac:picMk id="5" creationId="{B47355D5-2F4B-95DE-C346-8C3E4B04E0D3}"/>
          </ac:picMkLst>
        </pc:picChg>
      </pc:sldChg>
      <pc:sldChg chg="addSp modSp mod">
        <pc:chgData name="Alex Riordan" userId="0a1bdd61-f3a1-4c2c-8fde-070ca3e60d5f" providerId="ADAL" clId="{F62AC466-E99D-4292-8FD2-65702DF89AE4}" dt="2026-06-16T11:40:20.962" v="158" actId="14100"/>
        <pc:sldMkLst>
          <pc:docMk/>
          <pc:sldMk cId="0" sldId="261"/>
        </pc:sldMkLst>
        <pc:spChg chg="mod">
          <ac:chgData name="Alex Riordan" userId="0a1bdd61-f3a1-4c2c-8fde-070ca3e60d5f" providerId="ADAL" clId="{F62AC466-E99D-4292-8FD2-65702DF89AE4}" dt="2026-06-16T11:40:20.962" v="158" actId="14100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Alex Riordan" userId="0a1bdd61-f3a1-4c2c-8fde-070ca3e60d5f" providerId="ADAL" clId="{F62AC466-E99D-4292-8FD2-65702DF89AE4}" dt="2026-06-16T11:40:18.094" v="157" actId="1076"/>
          <ac:picMkLst>
            <pc:docMk/>
            <pc:sldMk cId="0" sldId="261"/>
            <ac:picMk id="7" creationId="{0227D496-153F-1C23-1E43-588B68A68E61}"/>
          </ac:picMkLst>
        </pc:picChg>
      </pc:sldChg>
      <pc:sldChg chg="modSp mod">
        <pc:chgData name="Alex Riordan" userId="0a1bdd61-f3a1-4c2c-8fde-070ca3e60d5f" providerId="ADAL" clId="{F62AC466-E99D-4292-8FD2-65702DF89AE4}" dt="2026-06-16T11:47:06.002" v="241" actId="14100"/>
        <pc:sldMkLst>
          <pc:docMk/>
          <pc:sldMk cId="0" sldId="262"/>
        </pc:sldMkLst>
        <pc:spChg chg="mod">
          <ac:chgData name="Alex Riordan" userId="0a1bdd61-f3a1-4c2c-8fde-070ca3e60d5f" providerId="ADAL" clId="{F62AC466-E99D-4292-8FD2-65702DF89AE4}" dt="2026-06-16T11:47:06.002" v="241" actId="14100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lex Riordan" userId="0a1bdd61-f3a1-4c2c-8fde-070ca3e60d5f" providerId="ADAL" clId="{F62AC466-E99D-4292-8FD2-65702DF89AE4}" dt="2026-06-16T12:26:17.510" v="275" actId="21"/>
        <pc:sldMkLst>
          <pc:docMk/>
          <pc:sldMk cId="0" sldId="269"/>
        </pc:sldMkLst>
        <pc:spChg chg="mod">
          <ac:chgData name="Alex Riordan" userId="0a1bdd61-f3a1-4c2c-8fde-070ca3e60d5f" providerId="ADAL" clId="{F62AC466-E99D-4292-8FD2-65702DF89AE4}" dt="2026-06-16T12:26:17.510" v="275" actId="21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Alex Riordan" userId="0a1bdd61-f3a1-4c2c-8fde-070ca3e60d5f" providerId="ADAL" clId="{F62AC466-E99D-4292-8FD2-65702DF89AE4}" dt="2026-06-16T12:27:38.202" v="286" actId="14100"/>
        <pc:sldMkLst>
          <pc:docMk/>
          <pc:sldMk cId="0" sldId="272"/>
        </pc:sldMkLst>
        <pc:spChg chg="mod">
          <ac:chgData name="Alex Riordan" userId="0a1bdd61-f3a1-4c2c-8fde-070ca3e60d5f" providerId="ADAL" clId="{F62AC466-E99D-4292-8FD2-65702DF89AE4}" dt="2026-06-16T12:27:38.202" v="286" actId="14100"/>
          <ac:spMkLst>
            <pc:docMk/>
            <pc:sldMk cId="0" sldId="272"/>
            <ac:spMk id="3" creationId="{00000000-0000-0000-0000-000000000000}"/>
          </ac:spMkLst>
        </pc:spChg>
      </pc:sldChg>
      <pc:sldChg chg="ord">
        <pc:chgData name="Alex Riordan" userId="0a1bdd61-f3a1-4c2c-8fde-070ca3e60d5f" providerId="ADAL" clId="{F62AC466-E99D-4292-8FD2-65702DF89AE4}" dt="2026-06-16T12:23:02.243" v="269"/>
        <pc:sldMkLst>
          <pc:docMk/>
          <pc:sldMk cId="0" sldId="273"/>
        </pc:sldMkLst>
      </pc:sldChg>
      <pc:sldChg chg="del">
        <pc:chgData name="Alex Riordan" userId="0a1bdd61-f3a1-4c2c-8fde-070ca3e60d5f" providerId="ADAL" clId="{F62AC466-E99D-4292-8FD2-65702DF89AE4}" dt="2026-06-16T12:37:05.167" v="342" actId="47"/>
        <pc:sldMkLst>
          <pc:docMk/>
          <pc:sldMk cId="0" sldId="281"/>
        </pc:sldMkLst>
      </pc:sldChg>
      <pc:sldChg chg="addSp delSp modSp new mod">
        <pc:chgData name="Alex Riordan" userId="0a1bdd61-f3a1-4c2c-8fde-070ca3e60d5f" providerId="ADAL" clId="{F62AC466-E99D-4292-8FD2-65702DF89AE4}" dt="2026-06-16T11:41:06.869" v="171" actId="1076"/>
        <pc:sldMkLst>
          <pc:docMk/>
          <pc:sldMk cId="797193644" sldId="283"/>
        </pc:sldMkLst>
        <pc:spChg chg="mod">
          <ac:chgData name="Alex Riordan" userId="0a1bdd61-f3a1-4c2c-8fde-070ca3e60d5f" providerId="ADAL" clId="{F62AC466-E99D-4292-8FD2-65702DF89AE4}" dt="2026-06-16T11:41:06.869" v="171" actId="1076"/>
          <ac:spMkLst>
            <pc:docMk/>
            <pc:sldMk cId="797193644" sldId="283"/>
            <ac:spMk id="2" creationId="{0B1F68D7-757C-93A4-1453-0E1744002B43}"/>
          </ac:spMkLst>
        </pc:spChg>
        <pc:spChg chg="del">
          <ac:chgData name="Alex Riordan" userId="0a1bdd61-f3a1-4c2c-8fde-070ca3e60d5f" providerId="ADAL" clId="{F62AC466-E99D-4292-8FD2-65702DF89AE4}" dt="2026-06-16T11:41:03.416" v="169" actId="478"/>
          <ac:spMkLst>
            <pc:docMk/>
            <pc:sldMk cId="797193644" sldId="283"/>
            <ac:spMk id="3" creationId="{1E151755-FBCF-6BBC-ED67-CFE4CB6D5E5B}"/>
          </ac:spMkLst>
        </pc:spChg>
        <pc:picChg chg="add mod">
          <ac:chgData name="Alex Riordan" userId="0a1bdd61-f3a1-4c2c-8fde-070ca3e60d5f" providerId="ADAL" clId="{F62AC466-E99D-4292-8FD2-65702DF89AE4}" dt="2026-06-16T11:41:04.869" v="170" actId="1076"/>
          <ac:picMkLst>
            <pc:docMk/>
            <pc:sldMk cId="797193644" sldId="283"/>
            <ac:picMk id="5" creationId="{AF9C655E-A717-D25B-66F6-EF3786F87761}"/>
          </ac:picMkLst>
        </pc:picChg>
      </pc:sldChg>
      <pc:sldChg chg="addSp delSp modSp new mod ord setBg">
        <pc:chgData name="Alex Riordan" userId="0a1bdd61-f3a1-4c2c-8fde-070ca3e60d5f" providerId="ADAL" clId="{F62AC466-E99D-4292-8FD2-65702DF89AE4}" dt="2026-06-16T11:47:01.877" v="240"/>
        <pc:sldMkLst>
          <pc:docMk/>
          <pc:sldMk cId="1324089532" sldId="284"/>
        </pc:sldMkLst>
        <pc:spChg chg="del">
          <ac:chgData name="Alex Riordan" userId="0a1bdd61-f3a1-4c2c-8fde-070ca3e60d5f" providerId="ADAL" clId="{F62AC466-E99D-4292-8FD2-65702DF89AE4}" dt="2026-06-16T11:46:48.787" v="236" actId="478"/>
          <ac:spMkLst>
            <pc:docMk/>
            <pc:sldMk cId="1324089532" sldId="284"/>
            <ac:spMk id="2" creationId="{97E7EB40-0D80-8162-8043-77223A9D89BE}"/>
          </ac:spMkLst>
        </pc:spChg>
        <pc:spChg chg="del">
          <ac:chgData name="Alex Riordan" userId="0a1bdd61-f3a1-4c2c-8fde-070ca3e60d5f" providerId="ADAL" clId="{F62AC466-E99D-4292-8FD2-65702DF89AE4}" dt="2026-06-16T11:46:46.707" v="235" actId="478"/>
          <ac:spMkLst>
            <pc:docMk/>
            <pc:sldMk cId="1324089532" sldId="284"/>
            <ac:spMk id="3" creationId="{83423495-8B27-2693-21ED-72E0B77F0060}"/>
          </ac:spMkLst>
        </pc:spChg>
        <pc:spChg chg="add">
          <ac:chgData name="Alex Riordan" userId="0a1bdd61-f3a1-4c2c-8fde-070ca3e60d5f" providerId="ADAL" clId="{F62AC466-E99D-4292-8FD2-65702DF89AE4}" dt="2026-06-16T11:46:51.486" v="238" actId="26606"/>
          <ac:spMkLst>
            <pc:docMk/>
            <pc:sldMk cId="1324089532" sldId="284"/>
            <ac:spMk id="10" creationId="{42A4FC2C-047E-45A5-965D-8E1E3BF09BC6}"/>
          </ac:spMkLst>
        </pc:spChg>
        <pc:picChg chg="add mod">
          <ac:chgData name="Alex Riordan" userId="0a1bdd61-f3a1-4c2c-8fde-070ca3e60d5f" providerId="ADAL" clId="{F62AC466-E99D-4292-8FD2-65702DF89AE4}" dt="2026-06-16T11:46:51.486" v="238" actId="26606"/>
          <ac:picMkLst>
            <pc:docMk/>
            <pc:sldMk cId="1324089532" sldId="284"/>
            <ac:picMk id="5" creationId="{9EF13D35-F67F-4AEC-7897-8FEA7F2629A6}"/>
          </ac:picMkLst>
        </pc:picChg>
      </pc:sldChg>
      <pc:sldChg chg="addSp delSp modSp new mod">
        <pc:chgData name="Alex Riordan" userId="0a1bdd61-f3a1-4c2c-8fde-070ca3e60d5f" providerId="ADAL" clId="{F62AC466-E99D-4292-8FD2-65702DF89AE4}" dt="2026-06-16T11:57:40.874" v="258" actId="1076"/>
        <pc:sldMkLst>
          <pc:docMk/>
          <pc:sldMk cId="2306380542" sldId="285"/>
        </pc:sldMkLst>
        <pc:spChg chg="mod">
          <ac:chgData name="Alex Riordan" userId="0a1bdd61-f3a1-4c2c-8fde-070ca3e60d5f" providerId="ADAL" clId="{F62AC466-E99D-4292-8FD2-65702DF89AE4}" dt="2026-06-16T11:57:39.626" v="257" actId="1076"/>
          <ac:spMkLst>
            <pc:docMk/>
            <pc:sldMk cId="2306380542" sldId="285"/>
            <ac:spMk id="2" creationId="{F7AD56D0-F7C8-7ECF-DF0A-42391CC9789D}"/>
          </ac:spMkLst>
        </pc:spChg>
        <pc:spChg chg="del">
          <ac:chgData name="Alex Riordan" userId="0a1bdd61-f3a1-4c2c-8fde-070ca3e60d5f" providerId="ADAL" clId="{F62AC466-E99D-4292-8FD2-65702DF89AE4}" dt="2026-06-16T11:57:30.588" v="253" actId="478"/>
          <ac:spMkLst>
            <pc:docMk/>
            <pc:sldMk cId="2306380542" sldId="285"/>
            <ac:spMk id="3" creationId="{FD7BE6CA-A5D9-763F-A0C6-5C4C1633DB8B}"/>
          </ac:spMkLst>
        </pc:spChg>
        <pc:picChg chg="add mod">
          <ac:chgData name="Alex Riordan" userId="0a1bdd61-f3a1-4c2c-8fde-070ca3e60d5f" providerId="ADAL" clId="{F62AC466-E99D-4292-8FD2-65702DF89AE4}" dt="2026-06-16T11:57:40.874" v="258" actId="1076"/>
          <ac:picMkLst>
            <pc:docMk/>
            <pc:sldMk cId="2306380542" sldId="285"/>
            <ac:picMk id="5" creationId="{65642D61-E0C5-5AFF-5A1C-301450883055}"/>
          </ac:picMkLst>
        </pc:picChg>
      </pc:sldChg>
      <pc:sldChg chg="addSp delSp modSp new mod">
        <pc:chgData name="Alex Riordan" userId="0a1bdd61-f3a1-4c2c-8fde-070ca3e60d5f" providerId="ADAL" clId="{F62AC466-E99D-4292-8FD2-65702DF89AE4}" dt="2026-06-16T12:22:15.213" v="263" actId="931"/>
        <pc:sldMkLst>
          <pc:docMk/>
          <pc:sldMk cId="3245287103" sldId="286"/>
        </pc:sldMkLst>
        <pc:spChg chg="del">
          <ac:chgData name="Alex Riordan" userId="0a1bdd61-f3a1-4c2c-8fde-070ca3e60d5f" providerId="ADAL" clId="{F62AC466-E99D-4292-8FD2-65702DF89AE4}" dt="2026-06-16T12:22:05.277" v="260" actId="478"/>
          <ac:spMkLst>
            <pc:docMk/>
            <pc:sldMk cId="3245287103" sldId="286"/>
            <ac:spMk id="3" creationId="{7535332E-FC8B-65B7-1EF0-42A7358B9068}"/>
          </ac:spMkLst>
        </pc:spChg>
        <pc:picChg chg="add del">
          <ac:chgData name="Alex Riordan" userId="0a1bdd61-f3a1-4c2c-8fde-070ca3e60d5f" providerId="ADAL" clId="{F62AC466-E99D-4292-8FD2-65702DF89AE4}" dt="2026-06-16T12:22:09.023" v="262" actId="22"/>
          <ac:picMkLst>
            <pc:docMk/>
            <pc:sldMk cId="3245287103" sldId="286"/>
            <ac:picMk id="5" creationId="{48187281-411B-FF9A-DD54-FEFFFF4C3087}"/>
          </ac:picMkLst>
        </pc:picChg>
        <pc:picChg chg="add mod">
          <ac:chgData name="Alex Riordan" userId="0a1bdd61-f3a1-4c2c-8fde-070ca3e60d5f" providerId="ADAL" clId="{F62AC466-E99D-4292-8FD2-65702DF89AE4}" dt="2026-06-16T12:22:15.213" v="263" actId="931"/>
          <ac:picMkLst>
            <pc:docMk/>
            <pc:sldMk cId="3245287103" sldId="286"/>
            <ac:picMk id="7" creationId="{382F3A26-6006-E077-5776-7EB959BBC176}"/>
          </ac:picMkLst>
        </pc:picChg>
      </pc:sldChg>
      <pc:sldChg chg="addSp delSp modSp new mod">
        <pc:chgData name="Alex Riordan" userId="0a1bdd61-f3a1-4c2c-8fde-070ca3e60d5f" providerId="ADAL" clId="{F62AC466-E99D-4292-8FD2-65702DF89AE4}" dt="2026-06-16T12:29:23.025" v="293" actId="931"/>
        <pc:sldMkLst>
          <pc:docMk/>
          <pc:sldMk cId="1084125331" sldId="287"/>
        </pc:sldMkLst>
        <pc:spChg chg="del">
          <ac:chgData name="Alex Riordan" userId="0a1bdd61-f3a1-4c2c-8fde-070ca3e60d5f" providerId="ADAL" clId="{F62AC466-E99D-4292-8FD2-65702DF89AE4}" dt="2026-06-16T12:29:16.356" v="292" actId="478"/>
          <ac:spMkLst>
            <pc:docMk/>
            <pc:sldMk cId="1084125331" sldId="287"/>
            <ac:spMk id="2" creationId="{907B4766-9108-8AB5-B575-C6C95C502BBE}"/>
          </ac:spMkLst>
        </pc:spChg>
        <pc:spChg chg="del">
          <ac:chgData name="Alex Riordan" userId="0a1bdd61-f3a1-4c2c-8fde-070ca3e60d5f" providerId="ADAL" clId="{F62AC466-E99D-4292-8FD2-65702DF89AE4}" dt="2026-06-16T12:29:14.819" v="291" actId="478"/>
          <ac:spMkLst>
            <pc:docMk/>
            <pc:sldMk cId="1084125331" sldId="287"/>
            <ac:spMk id="3" creationId="{4915DFBA-1A6E-319A-3658-024643BB3FC8}"/>
          </ac:spMkLst>
        </pc:spChg>
        <pc:picChg chg="add mod">
          <ac:chgData name="Alex Riordan" userId="0a1bdd61-f3a1-4c2c-8fde-070ca3e60d5f" providerId="ADAL" clId="{F62AC466-E99D-4292-8FD2-65702DF89AE4}" dt="2026-06-16T12:29:23.025" v="293" actId="931"/>
          <ac:picMkLst>
            <pc:docMk/>
            <pc:sldMk cId="1084125331" sldId="287"/>
            <ac:picMk id="5" creationId="{DD24DBA8-DFC4-D795-D933-EE8F7B25567B}"/>
          </ac:picMkLst>
        </pc:picChg>
      </pc:sldChg>
      <pc:sldChg chg="addSp delSp new mod">
        <pc:chgData name="Alex Riordan" userId="0a1bdd61-f3a1-4c2c-8fde-070ca3e60d5f" providerId="ADAL" clId="{F62AC466-E99D-4292-8FD2-65702DF89AE4}" dt="2026-06-16T12:25:20.733" v="273" actId="22"/>
        <pc:sldMkLst>
          <pc:docMk/>
          <pc:sldMk cId="1179958069" sldId="288"/>
        </pc:sldMkLst>
        <pc:spChg chg="del">
          <ac:chgData name="Alex Riordan" userId="0a1bdd61-f3a1-4c2c-8fde-070ca3e60d5f" providerId="ADAL" clId="{F62AC466-E99D-4292-8FD2-65702DF89AE4}" dt="2026-06-16T12:25:19.883" v="272" actId="478"/>
          <ac:spMkLst>
            <pc:docMk/>
            <pc:sldMk cId="1179958069" sldId="288"/>
            <ac:spMk id="3" creationId="{FC133DB6-C2E2-FEF1-2D82-9234A5C75C0D}"/>
          </ac:spMkLst>
        </pc:spChg>
        <pc:picChg chg="add">
          <ac:chgData name="Alex Riordan" userId="0a1bdd61-f3a1-4c2c-8fde-070ca3e60d5f" providerId="ADAL" clId="{F62AC466-E99D-4292-8FD2-65702DF89AE4}" dt="2026-06-16T12:25:20.733" v="273" actId="22"/>
          <ac:picMkLst>
            <pc:docMk/>
            <pc:sldMk cId="1179958069" sldId="288"/>
            <ac:picMk id="5" creationId="{9BA9CEDF-466D-F8E4-3CC7-44D091E74581}"/>
          </ac:picMkLst>
        </pc:picChg>
      </pc:sldChg>
      <pc:sldChg chg="addSp delSp modSp new mod">
        <pc:chgData name="Alex Riordan" userId="0a1bdd61-f3a1-4c2c-8fde-070ca3e60d5f" providerId="ADAL" clId="{F62AC466-E99D-4292-8FD2-65702DF89AE4}" dt="2026-06-16T12:28:39.680" v="290" actId="931"/>
        <pc:sldMkLst>
          <pc:docMk/>
          <pc:sldMk cId="316383729" sldId="289"/>
        </pc:sldMkLst>
        <pc:spChg chg="del">
          <ac:chgData name="Alex Riordan" userId="0a1bdd61-f3a1-4c2c-8fde-070ca3e60d5f" providerId="ADAL" clId="{F62AC466-E99D-4292-8FD2-65702DF89AE4}" dt="2026-06-16T12:28:32.442" v="289" actId="478"/>
          <ac:spMkLst>
            <pc:docMk/>
            <pc:sldMk cId="316383729" sldId="289"/>
            <ac:spMk id="2" creationId="{FA4F1E9E-F03C-B48E-E376-706DB048AF56}"/>
          </ac:spMkLst>
        </pc:spChg>
        <pc:spChg chg="del">
          <ac:chgData name="Alex Riordan" userId="0a1bdd61-f3a1-4c2c-8fde-070ca3e60d5f" providerId="ADAL" clId="{F62AC466-E99D-4292-8FD2-65702DF89AE4}" dt="2026-06-16T12:28:31.079" v="288" actId="478"/>
          <ac:spMkLst>
            <pc:docMk/>
            <pc:sldMk cId="316383729" sldId="289"/>
            <ac:spMk id="3" creationId="{525BD344-E7AF-1CA1-6036-0CE28174807B}"/>
          </ac:spMkLst>
        </pc:spChg>
        <pc:picChg chg="add mod">
          <ac:chgData name="Alex Riordan" userId="0a1bdd61-f3a1-4c2c-8fde-070ca3e60d5f" providerId="ADAL" clId="{F62AC466-E99D-4292-8FD2-65702DF89AE4}" dt="2026-06-16T12:28:39.680" v="290" actId="931"/>
          <ac:picMkLst>
            <pc:docMk/>
            <pc:sldMk cId="316383729" sldId="289"/>
            <ac:picMk id="5" creationId="{E29FF164-CB32-D344-86EE-557414EE007E}"/>
          </ac:picMkLst>
        </pc:picChg>
      </pc:sldChg>
      <pc:sldChg chg="addSp delSp modSp new mod">
        <pc:chgData name="Alex Riordan" userId="0a1bdd61-f3a1-4c2c-8fde-070ca3e60d5f" providerId="ADAL" clId="{F62AC466-E99D-4292-8FD2-65702DF89AE4}" dt="2026-06-16T12:30:15.781" v="298" actId="22"/>
        <pc:sldMkLst>
          <pc:docMk/>
          <pc:sldMk cId="3599918266" sldId="290"/>
        </pc:sldMkLst>
        <pc:spChg chg="del mod">
          <ac:chgData name="Alex Riordan" userId="0a1bdd61-f3a1-4c2c-8fde-070ca3e60d5f" providerId="ADAL" clId="{F62AC466-E99D-4292-8FD2-65702DF89AE4}" dt="2026-06-16T12:30:15.007" v="297" actId="478"/>
          <ac:spMkLst>
            <pc:docMk/>
            <pc:sldMk cId="3599918266" sldId="290"/>
            <ac:spMk id="2" creationId="{F002D6A4-6689-4585-C1B9-A2AA52DB5D4F}"/>
          </ac:spMkLst>
        </pc:spChg>
        <pc:spChg chg="del">
          <ac:chgData name="Alex Riordan" userId="0a1bdd61-f3a1-4c2c-8fde-070ca3e60d5f" providerId="ADAL" clId="{F62AC466-E99D-4292-8FD2-65702DF89AE4}" dt="2026-06-16T12:30:11.676" v="295" actId="478"/>
          <ac:spMkLst>
            <pc:docMk/>
            <pc:sldMk cId="3599918266" sldId="290"/>
            <ac:spMk id="3" creationId="{F5CD714A-2C0A-BAFB-B63C-96112634F7E4}"/>
          </ac:spMkLst>
        </pc:spChg>
        <pc:picChg chg="add">
          <ac:chgData name="Alex Riordan" userId="0a1bdd61-f3a1-4c2c-8fde-070ca3e60d5f" providerId="ADAL" clId="{F62AC466-E99D-4292-8FD2-65702DF89AE4}" dt="2026-06-16T12:30:15.781" v="298" actId="22"/>
          <ac:picMkLst>
            <pc:docMk/>
            <pc:sldMk cId="3599918266" sldId="290"/>
            <ac:picMk id="5" creationId="{57BE74AD-B4D1-A4FF-BB9B-6CA24673EE34}"/>
          </ac:picMkLst>
        </pc:picChg>
      </pc:sldChg>
      <pc:sldChg chg="addSp delSp modSp new mod">
        <pc:chgData name="Alex Riordan" userId="0a1bdd61-f3a1-4c2c-8fde-070ca3e60d5f" providerId="ADAL" clId="{F62AC466-E99D-4292-8FD2-65702DF89AE4}" dt="2026-06-16T12:33:57.691" v="305" actId="1076"/>
        <pc:sldMkLst>
          <pc:docMk/>
          <pc:sldMk cId="1769408487" sldId="291"/>
        </pc:sldMkLst>
        <pc:spChg chg="del">
          <ac:chgData name="Alex Riordan" userId="0a1bdd61-f3a1-4c2c-8fde-070ca3e60d5f" providerId="ADAL" clId="{F62AC466-E99D-4292-8FD2-65702DF89AE4}" dt="2026-06-16T12:32:34.291" v="300" actId="478"/>
          <ac:spMkLst>
            <pc:docMk/>
            <pc:sldMk cId="1769408487" sldId="291"/>
            <ac:spMk id="2" creationId="{C7AF6E32-C678-0B66-51AD-CD3A0EC0AFE5}"/>
          </ac:spMkLst>
        </pc:spChg>
        <pc:spChg chg="del">
          <ac:chgData name="Alex Riordan" userId="0a1bdd61-f3a1-4c2c-8fde-070ca3e60d5f" providerId="ADAL" clId="{F62AC466-E99D-4292-8FD2-65702DF89AE4}" dt="2026-06-16T12:32:36.098" v="301" actId="478"/>
          <ac:spMkLst>
            <pc:docMk/>
            <pc:sldMk cId="1769408487" sldId="291"/>
            <ac:spMk id="3" creationId="{763CA091-B82D-3FB0-7256-EAC94C0A726F}"/>
          </ac:spMkLst>
        </pc:spChg>
        <pc:picChg chg="add mod">
          <ac:chgData name="Alex Riordan" userId="0a1bdd61-f3a1-4c2c-8fde-070ca3e60d5f" providerId="ADAL" clId="{F62AC466-E99D-4292-8FD2-65702DF89AE4}" dt="2026-06-16T12:33:57.691" v="305" actId="1076"/>
          <ac:picMkLst>
            <pc:docMk/>
            <pc:sldMk cId="1769408487" sldId="291"/>
            <ac:picMk id="5" creationId="{3F8B01BA-F639-219C-0627-8E2CD46D0E8A}"/>
          </ac:picMkLst>
        </pc:picChg>
      </pc:sldChg>
      <pc:sldChg chg="addSp delSp modSp new mod">
        <pc:chgData name="Alex Riordan" userId="0a1bdd61-f3a1-4c2c-8fde-070ca3e60d5f" providerId="ADAL" clId="{F62AC466-E99D-4292-8FD2-65702DF89AE4}" dt="2026-06-16T12:36:43.540" v="341" actId="20577"/>
        <pc:sldMkLst>
          <pc:docMk/>
          <pc:sldMk cId="4041484705" sldId="292"/>
        </pc:sldMkLst>
        <pc:spChg chg="mod">
          <ac:chgData name="Alex Riordan" userId="0a1bdd61-f3a1-4c2c-8fde-070ca3e60d5f" providerId="ADAL" clId="{F62AC466-E99D-4292-8FD2-65702DF89AE4}" dt="2026-06-16T12:36:43.540" v="341" actId="20577"/>
          <ac:spMkLst>
            <pc:docMk/>
            <pc:sldMk cId="4041484705" sldId="292"/>
            <ac:spMk id="2" creationId="{F7724997-958B-EA7A-0A64-5891367AC85C}"/>
          </ac:spMkLst>
        </pc:spChg>
        <pc:spChg chg="del">
          <ac:chgData name="Alex Riordan" userId="0a1bdd61-f3a1-4c2c-8fde-070ca3e60d5f" providerId="ADAL" clId="{F62AC466-E99D-4292-8FD2-65702DF89AE4}" dt="2026-06-16T12:36:32.619" v="307" actId="478"/>
          <ac:spMkLst>
            <pc:docMk/>
            <pc:sldMk cId="4041484705" sldId="292"/>
            <ac:spMk id="3" creationId="{4C2ECF65-1C5E-9D8B-3ADC-F0A4BCFF9D1A}"/>
          </ac:spMkLst>
        </pc:spChg>
        <pc:picChg chg="add mod">
          <ac:chgData name="Alex Riordan" userId="0a1bdd61-f3a1-4c2c-8fde-070ca3e60d5f" providerId="ADAL" clId="{F62AC466-E99D-4292-8FD2-65702DF89AE4}" dt="2026-06-16T12:36:34.557" v="309" actId="1076"/>
          <ac:picMkLst>
            <pc:docMk/>
            <pc:sldMk cId="4041484705" sldId="292"/>
            <ac:picMk id="5" creationId="{F733D25C-7F36-8B53-58D0-70B5A4018E0F}"/>
          </ac:picMkLst>
        </pc:picChg>
      </pc:sldChg>
    </pc:docChg>
  </pc:docChgLst>
</pc:chgInfo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0A51D43-6BC7-9B44-BBD8-EDF1133E1017}" authorId="{2E7FC258-001E-4BF4-C571-3FE3B5EDB64E}" created="2026-08-18T18:02:33.23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3"/>
      <ac:spMk id="3" creationId="{00000000-0000-0000-0000-000000000000}"/>
      <ac:txMk cp="89" len="35">
        <ac:context len="125" hash="3029089791"/>
      </ac:txMk>
    </ac:txMkLst>
    <p188:pos x="6453809" y="2759764"/>
    <p188:txBody>
      <a:bodyPr/>
      <a:lstStyle/>
      <a:p>
        <a:r>
          <a:rPr lang="en-US"/>
          <a:t>Ratios are skewed and bounded at 0. Need the log-transform to get normal distribution for statistical averaging</a:t>
        </a:r>
      </a:p>
    </p188:txBody>
  </p188:cm>
</p188:cmLst>
</file>

<file path=ppt/comments/modernComment_10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80241E5-B97C-5D40-A3E7-157CD94EF667}" authorId="{2E7FC258-001E-4BF4-C571-3FE3B5EDB64E}" created="2026-08-18T18:04:53.55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5"/>
      <ac:spMk id="3" creationId="{00000000-0000-0000-0000-000000000000}"/>
      <ac:txMk cp="8" len="26">
        <ac:context len="176" hash="4093312671"/>
      </ac:txMk>
    </ac:txMkLst>
    <p188:pos x="6453809" y="520147"/>
    <p188:txBody>
      <a:bodyPr/>
      <a:lstStyle/>
      <a:p>
        <a:r>
          <a:rPr lang="en-US"/>
          <a:t>Similar population characteristics, study design, intervention, etc. Can only generalize to study population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798183-4171-4D5B-86F9-0D25DD036219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D2D7BA-9215-4965-9A52-FD7EC0708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19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2D7BA-9215-4965-9A52-FD7EC07086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88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Association between the risk of metabolic syndrome and dietary magnesium intake: dose-response meta-regression. The levels of magnesium intake (mg/day) were modeled using a linear trend with random-effects meta-regression models. The solid black line represents the weighted regression line based on variance-weighted least squares. The gray line shows the 95% CI around the regression line. The circles indicate RRs in each study. The circle size is proportional to the precision of the RR. The vertical axis is on a log scale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2D7BA-9215-4965-9A52-FD7EC070861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27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gacyfileshare.elsevier.com/promis_misc/ISSM_MOOSE_Checklist.pdf" TargetMode="External"/><Relationship Id="rId2" Type="http://schemas.openxmlformats.org/officeDocument/2006/relationships/hyperlink" Target="https://www.prisma-statement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lm.nih.gov/oet/ed/pubmed/pubmed_in_ebp/02-100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9_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Meta-Analysis: Methods and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overview for epidemiology and health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the purpose of meta-analysis</a:t>
            </a:r>
          </a:p>
          <a:p>
            <a:r>
              <a:t>Differentiate systematic reviews and meta-analyses</a:t>
            </a:r>
          </a:p>
          <a:p>
            <a:r>
              <a:t>Understand fixed- and random-effects models</a:t>
            </a:r>
          </a:p>
          <a:p>
            <a:r>
              <a:t>Interpret heterogeneity statistics</a:t>
            </a:r>
          </a:p>
          <a:p>
            <a:r>
              <a:t>Conduct and report a meta-analysis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Meta-Analysis?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6650736" cy="4525963"/>
          </a:xfrm>
        </p:spPr>
        <p:txBody>
          <a:bodyPr>
            <a:normAutofit lnSpcReduction="10000"/>
          </a:bodyPr>
          <a:lstStyle/>
          <a:p>
            <a:r>
              <a:rPr dirty="0"/>
              <a:t>Quantitative synthesis of results from multiple studies</a:t>
            </a:r>
          </a:p>
          <a:p>
            <a:r>
              <a:rPr dirty="0"/>
              <a:t>Increases statistical power and precision</a:t>
            </a:r>
          </a:p>
          <a:p>
            <a:r>
              <a:rPr dirty="0"/>
              <a:t>Provides summary effect estimate</a:t>
            </a:r>
            <a:endParaRPr lang="en-US" dirty="0"/>
          </a:p>
          <a:p>
            <a:pPr lvl="1"/>
            <a:r>
              <a:rPr lang="en-US" dirty="0"/>
              <a:t>Often denoted as summary relative risk effect (SRRE), meta-RR, etc.</a:t>
            </a:r>
            <a:endParaRPr dirty="0"/>
          </a:p>
          <a:p>
            <a:r>
              <a:rPr dirty="0"/>
              <a:t>Forms the top of many evidence hierarchies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73BA7DB-D1AD-FE1D-29DD-E9193C0C65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1464" y="1600201"/>
            <a:ext cx="4765040" cy="39600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Meta-Analysis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7089648" cy="4525963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Develop protocol</a:t>
            </a:r>
            <a:r>
              <a:rPr lang="en-US" dirty="0"/>
              <a:t> (PRISMA, PICO, MOOSE)</a:t>
            </a:r>
          </a:p>
          <a:p>
            <a:pPr lvl="1"/>
            <a:r>
              <a:rPr lang="en-US" dirty="0">
                <a:hlinkClick r:id="rId2"/>
              </a:rPr>
              <a:t>https://www.prisma-statement.org/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3"/>
              </a:rPr>
              <a:t>https://legacyfileshare.elsevier.com/promis_misc/ISSM_MOOSE_Checklist.pdf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4"/>
              </a:rPr>
              <a:t>https://www.nlm.nih.gov/oet/ed/pubmed/pubmed_in_ebp/02-100.html</a:t>
            </a:r>
            <a:r>
              <a:rPr lang="en-US" dirty="0"/>
              <a:t> </a:t>
            </a:r>
            <a:endParaRPr dirty="0"/>
          </a:p>
          <a:p>
            <a:r>
              <a:rPr dirty="0"/>
              <a:t>Conduct systematic literature search</a:t>
            </a:r>
          </a:p>
          <a:p>
            <a:r>
              <a:rPr dirty="0"/>
              <a:t>Screen studies</a:t>
            </a:r>
          </a:p>
          <a:p>
            <a:r>
              <a:rPr dirty="0"/>
              <a:t>Extract data</a:t>
            </a:r>
          </a:p>
          <a:p>
            <a:r>
              <a:rPr dirty="0"/>
              <a:t>Calculate effect sizes</a:t>
            </a:r>
          </a:p>
          <a:p>
            <a:r>
              <a:rPr dirty="0"/>
              <a:t>Pool results and interpret findings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Developing the Research Question (PICO)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4977384" cy="4525963"/>
          </a:xfrm>
        </p:spPr>
        <p:txBody>
          <a:bodyPr/>
          <a:lstStyle/>
          <a:p>
            <a:r>
              <a:rPr dirty="0"/>
              <a:t>Population</a:t>
            </a:r>
          </a:p>
          <a:p>
            <a:r>
              <a:rPr dirty="0"/>
              <a:t>Intervention/Exposure</a:t>
            </a:r>
          </a:p>
          <a:p>
            <a:r>
              <a:rPr dirty="0"/>
              <a:t>Comparison</a:t>
            </a:r>
          </a:p>
          <a:p>
            <a:r>
              <a:rPr dirty="0"/>
              <a:t>Outcome</a:t>
            </a:r>
          </a:p>
          <a:p>
            <a:r>
              <a:rPr dirty="0"/>
              <a:t>Pre-specify inclusion/exclusion criteria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7355D5-2F4B-95DE-C346-8C3E4B04E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825" y="1965213"/>
            <a:ext cx="6991350" cy="25048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F68D7-757C-93A4-1453-0E1744002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/>
              <a:t>MOOSE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9C655E-A717-D25B-66F6-EF3786F87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710" y="1019970"/>
            <a:ext cx="4736979" cy="519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93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Search and PRISMA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150352" cy="4525963"/>
          </a:xfrm>
        </p:spPr>
        <p:txBody>
          <a:bodyPr/>
          <a:lstStyle/>
          <a:p>
            <a:r>
              <a:rPr dirty="0"/>
              <a:t>Search multiple databases</a:t>
            </a:r>
          </a:p>
          <a:p>
            <a:r>
              <a:rPr dirty="0"/>
              <a:t>Document search strategy</a:t>
            </a:r>
          </a:p>
          <a:p>
            <a:r>
              <a:rPr dirty="0"/>
              <a:t>Screen titles/abstracts and full texts</a:t>
            </a:r>
          </a:p>
          <a:p>
            <a:r>
              <a:rPr dirty="0"/>
              <a:t>Report study selection using PRISMA flow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27D496-153F-1C23-1E43-588B68A68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388" y="1417638"/>
            <a:ext cx="2966012" cy="22436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D56D0-F7C8-7ECF-DF0A-42391CC97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/>
              <a:t>Flow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642D61-E0C5-5AFF-5A1C-301450883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561" y="1143000"/>
            <a:ext cx="5451893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80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Extraction and Study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427164"/>
            <a:ext cx="10443972" cy="4525963"/>
          </a:xfrm>
        </p:spPr>
        <p:txBody>
          <a:bodyPr/>
          <a:lstStyle/>
          <a:p>
            <a:r>
              <a:rPr dirty="0"/>
              <a:t>Effect estimates and confidence intervals</a:t>
            </a:r>
          </a:p>
          <a:p>
            <a:r>
              <a:rPr dirty="0"/>
              <a:t>Sample sizes and person-time</a:t>
            </a:r>
          </a:p>
          <a:p>
            <a:r>
              <a:rPr dirty="0"/>
              <a:t>Exposure definitions</a:t>
            </a:r>
            <a:endParaRPr lang="en-US" dirty="0"/>
          </a:p>
          <a:p>
            <a:r>
              <a:rPr lang="en-US" dirty="0"/>
              <a:t>Country/geographic region</a:t>
            </a:r>
          </a:p>
          <a:p>
            <a:r>
              <a:rPr lang="en-US" dirty="0"/>
              <a:t>Job/occupational titles</a:t>
            </a:r>
            <a:endParaRPr dirty="0"/>
          </a:p>
          <a:p>
            <a:r>
              <a:rPr dirty="0"/>
              <a:t>Risk of bias assessment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F13D35-F67F-4AEC-7897-8FEA7F2629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55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089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Effect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Odds Ratios (OR)</a:t>
            </a:r>
          </a:p>
          <a:p>
            <a:r>
              <a:rPr dirty="0"/>
              <a:t>Risk Ratios (RR)</a:t>
            </a:r>
          </a:p>
          <a:p>
            <a:r>
              <a:rPr dirty="0"/>
              <a:t>Hazard Ratios (HR)</a:t>
            </a:r>
          </a:p>
          <a:p>
            <a:r>
              <a:rPr dirty="0"/>
              <a:t>Standardized Mean Differences (SMD)</a:t>
            </a:r>
          </a:p>
          <a:p>
            <a:r>
              <a:rPr dirty="0"/>
              <a:t>Log-transform ratios before pooling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Weighting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Larger, more precise studies receive greater weight</a:t>
            </a:r>
          </a:p>
          <a:p>
            <a:r>
              <a:t>Inverse-variance weighting is most common</a:t>
            </a:r>
          </a:p>
          <a:p>
            <a:r>
              <a:t>Weight = 1 / Variance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Fixed-Effect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Assumes one true underlying effect</a:t>
            </a:r>
          </a:p>
          <a:p>
            <a:r>
              <a:rPr dirty="0"/>
              <a:t>Observed differences arise only from sampling error</a:t>
            </a:r>
          </a:p>
          <a:p>
            <a:r>
              <a:rPr dirty="0"/>
              <a:t>Appropriate when heterogeneity is minimal</a:t>
            </a:r>
          </a:p>
          <a:p>
            <a:r>
              <a:rPr dirty="0"/>
              <a:t>Typically yields narrower confidence intervals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Random-Effects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Assumes true effects vary across studies</a:t>
            </a:r>
          </a:p>
          <a:p>
            <a:r>
              <a:t>Accounts for within- and between-study variability</a:t>
            </a:r>
          </a:p>
          <a:p>
            <a:r>
              <a:t>Includes between-study variance (τ²)</a:t>
            </a:r>
          </a:p>
          <a:p>
            <a:r>
              <a:t>Usually preferred in epidemiology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Fixed vs Random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Fixed: one common effect</a:t>
            </a:r>
          </a:p>
          <a:p>
            <a:r>
              <a:t>Random: distribution of true effects</a:t>
            </a:r>
          </a:p>
          <a:p>
            <a:r>
              <a:t>Random effects often gives smaller study weights</a:t>
            </a:r>
          </a:p>
          <a:p>
            <a:r>
              <a:t>Interpretation differs substantially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457AD-5690-FBF1-1EC2-AF35988D9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2F3A26-6006-E077-5776-7EB959BBC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259" y="0"/>
            <a:ext cx="90934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287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Forest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individual study estimates</a:t>
            </a:r>
          </a:p>
          <a:p>
            <a:r>
              <a:t>Shows study weights</a:t>
            </a:r>
          </a:p>
          <a:p>
            <a:r>
              <a:t>Provides pooled estimate</a:t>
            </a:r>
          </a:p>
          <a:p>
            <a:r>
              <a:t>Visual assessment of heterogeneity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24DBA8-DFC4-D795-D933-EE8F7B255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119187"/>
            <a:ext cx="1009650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25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BE74AD-B4D1-A4FF-BB9B-6CA24673E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56" y="109074"/>
            <a:ext cx="9402487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18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Heterogeneity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Clinical heterogeneity</a:t>
            </a:r>
          </a:p>
          <a:p>
            <a:r>
              <a:t>Methodological heterogeneity</a:t>
            </a:r>
          </a:p>
          <a:p>
            <a:r>
              <a:t>Statistical heterogeneity</a:t>
            </a:r>
          </a:p>
          <a:p>
            <a:r>
              <a:t>Can affect validity of pooled estimates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Quantifying Heterogeneity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Cochran's Q test</a:t>
            </a:r>
          </a:p>
          <a:p>
            <a:r>
              <a:rPr dirty="0"/>
              <a:t>Tau-squared (τ²)</a:t>
            </a:r>
          </a:p>
          <a:p>
            <a:r>
              <a:rPr b="1" dirty="0"/>
              <a:t>I² statistic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Cochran's Q Statistic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Tests whether observed variability exceeds chance</a:t>
            </a:r>
          </a:p>
          <a:p>
            <a:r>
              <a:t>Chi-square based test</a:t>
            </a:r>
          </a:p>
          <a:p>
            <a:r>
              <a:t>Limited power when few studies are available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Tau-Squared (τ²)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Estimate of between-study variance</a:t>
            </a:r>
          </a:p>
          <a:p>
            <a:r>
              <a:t>Used in random-effects models</a:t>
            </a:r>
          </a:p>
          <a:p>
            <a:r>
              <a:t>Larger values indicate greater heterogeneity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I² Statistic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10972800" cy="5239194"/>
          </a:xfrm>
        </p:spPr>
        <p:txBody>
          <a:bodyPr>
            <a:normAutofit/>
          </a:bodyPr>
          <a:lstStyle/>
          <a:p>
            <a:r>
              <a:rPr dirty="0"/>
              <a:t>Percentage of total variation due to heterogeneity</a:t>
            </a:r>
          </a:p>
          <a:p>
            <a:r>
              <a:rPr dirty="0"/>
              <a:t>0% = no observed heterogeneity</a:t>
            </a:r>
          </a:p>
          <a:p>
            <a:r>
              <a:rPr dirty="0"/>
              <a:t>Not dependent on effect size scale</a:t>
            </a:r>
          </a:p>
          <a:p>
            <a:r>
              <a:rPr dirty="0"/>
              <a:t>Most commonly reported heterogeneity metric</a:t>
            </a:r>
            <a:endParaRPr lang="en-US" dirty="0"/>
          </a:p>
          <a:p>
            <a:pPr lvl="1"/>
            <a:r>
              <a:rPr lang="en-US" b="1" dirty="0"/>
              <a:t>0% to 40%:</a:t>
            </a:r>
            <a:r>
              <a:rPr lang="en-US" dirty="0"/>
              <a:t> Might indicate unimportant heterogeneity.</a:t>
            </a:r>
          </a:p>
          <a:p>
            <a:pPr lvl="1"/>
            <a:r>
              <a:rPr lang="en-US" b="1" dirty="0"/>
              <a:t>30% to 60%:</a:t>
            </a:r>
            <a:r>
              <a:rPr lang="en-US" dirty="0"/>
              <a:t> May represent moderate heterogeneity.</a:t>
            </a:r>
          </a:p>
          <a:p>
            <a:pPr lvl="1"/>
            <a:r>
              <a:rPr lang="en-US" b="1" dirty="0"/>
              <a:t>50% to 90%:</a:t>
            </a:r>
            <a:r>
              <a:rPr lang="en-US" dirty="0"/>
              <a:t> May represent substantial heterogeneity.</a:t>
            </a:r>
          </a:p>
          <a:p>
            <a:pPr lvl="1"/>
            <a:r>
              <a:rPr lang="en-US" b="1" dirty="0"/>
              <a:t>75% to 100%:</a:t>
            </a:r>
            <a:r>
              <a:rPr lang="en-US" dirty="0"/>
              <a:t> Implies considerable heterogeneity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Publication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Positive studies more likely to be published</a:t>
            </a:r>
          </a:p>
          <a:p>
            <a:r>
              <a:t>Can distort pooled estimates</a:t>
            </a:r>
          </a:p>
          <a:p>
            <a:r>
              <a:t>Assess using funnel plots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Funnel Plots and Small-Study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assessment of asymmetry</a:t>
            </a:r>
          </a:p>
          <a:p>
            <a:r>
              <a:t>Egger's test</a:t>
            </a:r>
          </a:p>
          <a:p>
            <a:r>
              <a:t>Trim-and-fill methods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9FF164-CB32-D344-86EE-557414EE0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869" y="0"/>
            <a:ext cx="97302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83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ECC5-FA9A-933B-9B44-5A253233A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A9CEDF-466D-F8E4-3CC7-44D091E74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257" y="218627"/>
            <a:ext cx="7773485" cy="64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580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Leave-one-out analyses</a:t>
            </a:r>
          </a:p>
          <a:p>
            <a:r>
              <a:t>Alternative effect metrics</a:t>
            </a:r>
          </a:p>
          <a:p>
            <a:r>
              <a:t>Alternative inclusion criteria</a:t>
            </a:r>
          </a:p>
          <a:p>
            <a:r>
              <a:t>Assess robustness of findings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Subgroup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Explore sources of heterogeneity</a:t>
            </a:r>
          </a:p>
          <a:p>
            <a:r>
              <a:t>Exposure level</a:t>
            </a:r>
          </a:p>
          <a:p>
            <a:r>
              <a:t>Study design</a:t>
            </a:r>
          </a:p>
          <a:p>
            <a:r>
              <a:t>Population characteristics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Meta-Regression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Extension of subgroup analysis</a:t>
            </a:r>
          </a:p>
          <a:p>
            <a:r>
              <a:t>Continuous study-level predictors</a:t>
            </a:r>
          </a:p>
          <a:p>
            <a:r>
              <a:t>Examines effect modification</a:t>
            </a:r>
          </a:p>
          <a:p>
            <a:r>
              <a:t>Useful for epidemiologic datasets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24997-958B-EA7A-0A64-5891367AC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Meta-regression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3D25C-7F36-8B53-58D0-70B5A4018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177" y="1562747"/>
            <a:ext cx="5696745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847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8B01BA-F639-219C-0627-8E2CD46D0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777" y="572357"/>
            <a:ext cx="7580446" cy="571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408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PRISMA 2020 guidelines</a:t>
            </a:r>
          </a:p>
          <a:p>
            <a:r>
              <a:t>Forest plot</a:t>
            </a:r>
          </a:p>
          <a:p>
            <a:r>
              <a:t>Heterogeneity metrics</a:t>
            </a:r>
          </a:p>
          <a:p>
            <a:r>
              <a:t>Risk of bias</a:t>
            </a:r>
          </a:p>
          <a:p>
            <a:r>
              <a:t>Publication bias assessment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 Packages for Meta-Analysis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metafor</a:t>
            </a:r>
          </a:p>
          <a:p>
            <a:r>
              <a:t>meta</a:t>
            </a:r>
          </a:p>
          <a:p>
            <a:r>
              <a:t>dmetar</a:t>
            </a:r>
          </a:p>
          <a:p>
            <a:r>
              <a:t>forest(), funnel(), rma() functions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Meta-analysis strengthens evidence synthesis</a:t>
            </a:r>
          </a:p>
          <a:p>
            <a:r>
              <a:t>Random-effects models are common in epidemiology</a:t>
            </a:r>
          </a:p>
          <a:p>
            <a:r>
              <a:t>Heterogeneity must always be assessed</a:t>
            </a:r>
          </a:p>
          <a:p>
            <a:r>
              <a:t>Transparent reporting is critical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709</Words>
  <Application>Microsoft Macintosh PowerPoint</Application>
  <PresentationFormat>Widescreen</PresentationFormat>
  <Paragraphs>143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Arial</vt:lpstr>
      <vt:lpstr>Calibri</vt:lpstr>
      <vt:lpstr>Office Theme</vt:lpstr>
      <vt:lpstr>Meta-Analysis: Methods and Applications</vt:lpstr>
      <vt:lpstr>Learning Objectives</vt:lpstr>
      <vt:lpstr>What is a Meta-Analysis?</vt:lpstr>
      <vt:lpstr>Meta-Analysis Workflow</vt:lpstr>
      <vt:lpstr>Developing the Research Question (PICO)</vt:lpstr>
      <vt:lpstr>MOOSE</vt:lpstr>
      <vt:lpstr>Literature Search and PRISMA</vt:lpstr>
      <vt:lpstr>Flow Chart</vt:lpstr>
      <vt:lpstr>Data Extraction and Study Quality</vt:lpstr>
      <vt:lpstr>PowerPoint Presentation</vt:lpstr>
      <vt:lpstr>Common Effect Measures</vt:lpstr>
      <vt:lpstr>Weighting Studies</vt:lpstr>
      <vt:lpstr>Fixed-Effect Model</vt:lpstr>
      <vt:lpstr>Random-Effects Model</vt:lpstr>
      <vt:lpstr>Fixed vs Random Effects</vt:lpstr>
      <vt:lpstr>PowerPoint Presentation</vt:lpstr>
      <vt:lpstr>Forest Plots</vt:lpstr>
      <vt:lpstr>PowerPoint Presentation</vt:lpstr>
      <vt:lpstr>PowerPoint Presentation</vt:lpstr>
      <vt:lpstr>Understanding Heterogeneity</vt:lpstr>
      <vt:lpstr>Quantifying Heterogeneity</vt:lpstr>
      <vt:lpstr>Cochran's Q Statistic</vt:lpstr>
      <vt:lpstr>Tau-Squared (τ²)</vt:lpstr>
      <vt:lpstr>I² Statistic</vt:lpstr>
      <vt:lpstr>Publication Bias</vt:lpstr>
      <vt:lpstr>Funnel Plots and Small-Study Effects</vt:lpstr>
      <vt:lpstr>PowerPoint Presentation</vt:lpstr>
      <vt:lpstr>PowerPoint Presentation</vt:lpstr>
      <vt:lpstr>Sensitivity Analyses</vt:lpstr>
      <vt:lpstr>Subgroup Analyses</vt:lpstr>
      <vt:lpstr>Meta-Regression</vt:lpstr>
      <vt:lpstr>Meta-regression</vt:lpstr>
      <vt:lpstr>PowerPoint Presentation</vt:lpstr>
      <vt:lpstr>Reporting Results</vt:lpstr>
      <vt:lpstr>R Packages for Meta-Analysis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 Riordan</dc:creator>
  <cp:keywords/>
  <dc:description>generated using python-pptx</dc:description>
  <cp:lastModifiedBy>Ainsley Lotito</cp:lastModifiedBy>
  <cp:revision>3</cp:revision>
  <dcterms:created xsi:type="dcterms:W3CDTF">2013-01-27T09:14:16Z</dcterms:created>
  <dcterms:modified xsi:type="dcterms:W3CDTF">2026-08-18T18:08:44Z</dcterms:modified>
  <cp:category/>
</cp:coreProperties>
</file>